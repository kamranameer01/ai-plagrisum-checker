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87" autoAdjust="0"/>
    <p:restoredTop sz="94664" autoAdjust="0"/>
  </p:normalViewPr>
  <p:slideViewPr>
    <p:cSldViewPr>
      <p:cViewPr varScale="1">
        <p:scale>
          <a:sx n="109" d="100"/>
          <a:sy n="109" d="100"/>
        </p:scale>
        <p:origin x="-16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5/31/2026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5/31/2026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5/31/2026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5/31/2026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5/31/2026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5/31/2026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5/31/2026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AI-Based Plagiarism Detection Website</a:t>
            </a:r>
            <a:endParaRPr lang="en-US" dirty="0"/>
          </a:p>
        </p:txBody>
      </p:sp>
      <p:sp>
        <p:nvSpPr>
          <p:cNvPr id="3" name="Subtitle 2"/>
          <p:cNvSpPr>
            <a:spLocks noGrp="1"/>
          </p:cNvSpPr>
          <p:nvPr>
            <p:ph type="subTitle" idx="1"/>
          </p:nvPr>
        </p:nvSpPr>
        <p:spPr/>
        <p:txBody>
          <a:bodyPr>
            <a:normAutofit fontScale="92500" lnSpcReduction="10000"/>
          </a:bodyPr>
          <a:lstStyle/>
          <a:p>
            <a:r>
              <a:rPr lang="en-US" b="1" dirty="0" smtClean="0"/>
              <a:t>Submitted By:</a:t>
            </a:r>
            <a:r>
              <a:rPr lang="en-US" dirty="0" smtClean="0"/>
              <a:t/>
            </a:r>
            <a:br>
              <a:rPr lang="en-US" dirty="0" smtClean="0"/>
            </a:br>
            <a:r>
              <a:rPr lang="en-US" dirty="0" smtClean="0"/>
              <a:t>Muhammad </a:t>
            </a:r>
            <a:r>
              <a:rPr lang="en-US" sz="2200" dirty="0" err="1" smtClean="0"/>
              <a:t>Kamran</a:t>
            </a:r>
            <a:endParaRPr lang="en-US" sz="2200" dirty="0" smtClean="0"/>
          </a:p>
          <a:p>
            <a:r>
              <a:rPr lang="en-US" dirty="0" err="1" smtClean="0"/>
              <a:t>Hamza</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None/>
            </a:pPr>
            <a:endParaRPr lang="en-US" b="1" dirty="0" smtClean="0"/>
          </a:p>
          <a:p>
            <a:r>
              <a:rPr lang="en-US" dirty="0" smtClean="0"/>
              <a:t>Plagiarism means copying someone else's content without permission. Many students and content creators face plagiarism issues. This project helps users check copied content using AI technology.</a:t>
            </a:r>
          </a:p>
          <a:p>
            <a:endParaRPr lang="en-US" dirty="0"/>
          </a:p>
        </p:txBody>
      </p:sp>
      <p:sp>
        <p:nvSpPr>
          <p:cNvPr id="3" name="Title 2"/>
          <p:cNvSpPr>
            <a:spLocks noGrp="1"/>
          </p:cNvSpPr>
          <p:nvPr>
            <p:ph type="title"/>
          </p:nvPr>
        </p:nvSpPr>
        <p:spPr/>
        <p:txBody>
          <a:bodyPr/>
          <a:lstStyle/>
          <a:p>
            <a:r>
              <a:rPr lang="en-US" dirty="0" smtClean="0"/>
              <a:t>Introduction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Nowadays, copied content is increasing on websites and assignments. Manual checking takes a lot of time. Therefore, an AI-based plagiarism detection system is needed for fast and accurate checking.</a:t>
            </a:r>
            <a:endParaRPr lang="en-US" dirty="0"/>
          </a:p>
        </p:txBody>
      </p:sp>
      <p:sp>
        <p:nvSpPr>
          <p:cNvPr id="3" name="Title 2"/>
          <p:cNvSpPr>
            <a:spLocks noGrp="1"/>
          </p:cNvSpPr>
          <p:nvPr>
            <p:ph type="title"/>
          </p:nvPr>
        </p:nvSpPr>
        <p:spPr/>
        <p:txBody>
          <a:bodyPr/>
          <a:lstStyle/>
          <a:p>
            <a:r>
              <a:rPr lang="en-US" dirty="0" smtClean="0"/>
              <a:t>Background of the Study</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Many users do not know whether their content is copied or original. Existing tools are sometimes expensive or difficult to use. This project solves this problem by providing an easy plagiarism checker website.</a:t>
            </a:r>
          </a:p>
          <a:p>
            <a:endParaRPr lang="en-US" dirty="0"/>
          </a:p>
        </p:txBody>
      </p:sp>
      <p:sp>
        <p:nvSpPr>
          <p:cNvPr id="3" name="Title 2"/>
          <p:cNvSpPr>
            <a:spLocks noGrp="1"/>
          </p:cNvSpPr>
          <p:nvPr>
            <p:ph type="title"/>
          </p:nvPr>
        </p:nvSpPr>
        <p:spPr/>
        <p:txBody>
          <a:bodyPr/>
          <a:lstStyle/>
          <a:p>
            <a:r>
              <a:rPr lang="en-US" dirty="0" smtClean="0"/>
              <a:t>Problem Statement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To detect plagiarism in text </a:t>
            </a:r>
          </a:p>
          <a:p>
            <a:r>
              <a:rPr lang="en-US" dirty="0" smtClean="0"/>
              <a:t>To provide fast results </a:t>
            </a:r>
          </a:p>
          <a:p>
            <a:r>
              <a:rPr lang="en-US" dirty="0" smtClean="0"/>
              <a:t>To create a user-friendly website </a:t>
            </a:r>
          </a:p>
          <a:p>
            <a:r>
              <a:rPr lang="en-US" dirty="0" smtClean="0"/>
              <a:t>To improve content originality </a:t>
            </a:r>
          </a:p>
          <a:p>
            <a:r>
              <a:rPr lang="en-US" dirty="0" smtClean="0"/>
              <a:t>To help students and writers </a:t>
            </a:r>
            <a:endParaRPr lang="en-US" dirty="0"/>
          </a:p>
        </p:txBody>
      </p:sp>
      <p:sp>
        <p:nvSpPr>
          <p:cNvPr id="3" name="Title 2"/>
          <p:cNvSpPr>
            <a:spLocks noGrp="1"/>
          </p:cNvSpPr>
          <p:nvPr>
            <p:ph type="title"/>
          </p:nvPr>
        </p:nvSpPr>
        <p:spPr/>
        <p:txBody>
          <a:bodyPr/>
          <a:lstStyle/>
          <a:p>
            <a:r>
              <a:rPr lang="en-US" dirty="0" smtClean="0"/>
              <a:t>Objectives of the Project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We developed an AI-based plagiarism detection website that checks text similarity and identifies copied content. Users can paste text and receive plagiarism results quickly.</a:t>
            </a:r>
          </a:p>
          <a:p>
            <a:endParaRPr lang="en-US" dirty="0"/>
          </a:p>
        </p:txBody>
      </p:sp>
      <p:sp>
        <p:nvSpPr>
          <p:cNvPr id="3" name="Title 2"/>
          <p:cNvSpPr>
            <a:spLocks noGrp="1"/>
          </p:cNvSpPr>
          <p:nvPr>
            <p:ph type="title"/>
          </p:nvPr>
        </p:nvSpPr>
        <p:spPr/>
        <p:txBody>
          <a:bodyPr/>
          <a:lstStyle/>
          <a:p>
            <a:r>
              <a:rPr lang="en-US" dirty="0" smtClean="0"/>
              <a:t>Proposed Solution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smtClean="0"/>
              <a:t>Frontend:</a:t>
            </a:r>
            <a:endParaRPr lang="en-US" dirty="0" smtClean="0"/>
          </a:p>
          <a:p>
            <a:r>
              <a:rPr lang="en-US" dirty="0" smtClean="0"/>
              <a:t>HTML </a:t>
            </a:r>
          </a:p>
          <a:p>
            <a:r>
              <a:rPr lang="en-US" dirty="0" smtClean="0"/>
              <a:t>CSS </a:t>
            </a:r>
          </a:p>
          <a:p>
            <a:r>
              <a:rPr lang="en-US" dirty="0" smtClean="0"/>
              <a:t>JavaScript </a:t>
            </a:r>
          </a:p>
          <a:p>
            <a:r>
              <a:rPr lang="en-US" b="1" dirty="0" smtClean="0"/>
              <a:t>Backend/AI Services:</a:t>
            </a:r>
            <a:endParaRPr lang="en-US" dirty="0" smtClean="0"/>
          </a:p>
          <a:p>
            <a:r>
              <a:rPr lang="en-US" dirty="0" smtClean="0"/>
              <a:t>Google Server / AI API </a:t>
            </a:r>
          </a:p>
          <a:p>
            <a:r>
              <a:rPr lang="en-US" smtClean="0"/>
              <a:t>LLM Model</a:t>
            </a:r>
            <a:r>
              <a:rPr lang="en-US" smtClean="0"/>
              <a:t>- Large Language Model</a:t>
            </a:r>
            <a:endParaRPr lang="en-US" dirty="0" smtClean="0"/>
          </a:p>
        </p:txBody>
      </p:sp>
      <p:sp>
        <p:nvSpPr>
          <p:cNvPr id="3" name="Title 2"/>
          <p:cNvSpPr>
            <a:spLocks noGrp="1"/>
          </p:cNvSpPr>
          <p:nvPr>
            <p:ph type="title"/>
          </p:nvPr>
        </p:nvSpPr>
        <p:spPr/>
        <p:txBody>
          <a:bodyPr/>
          <a:lstStyle/>
          <a:p>
            <a:r>
              <a:rPr lang="en-US" dirty="0" smtClean="0"/>
              <a:t>Technologies Used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User enters text into the website </a:t>
            </a:r>
          </a:p>
          <a:p>
            <a:r>
              <a:rPr lang="en-US" dirty="0" smtClean="0"/>
              <a:t>AI analyzes the content </a:t>
            </a:r>
          </a:p>
          <a:p>
            <a:r>
              <a:rPr lang="en-US" dirty="0" smtClean="0"/>
              <a:t>Text is compared for similarity </a:t>
            </a:r>
          </a:p>
          <a:p>
            <a:r>
              <a:rPr lang="en-US" dirty="0" smtClean="0"/>
              <a:t>Plagiarism percentage is generated</a:t>
            </a:r>
          </a:p>
          <a:p>
            <a:r>
              <a:rPr lang="en-US" dirty="0" smtClean="0"/>
              <a:t>Final result is shown to the user</a:t>
            </a:r>
            <a:endParaRPr lang="en-US" dirty="0"/>
          </a:p>
        </p:txBody>
      </p:sp>
      <p:sp>
        <p:nvSpPr>
          <p:cNvPr id="3" name="Title 2"/>
          <p:cNvSpPr>
            <a:spLocks noGrp="1"/>
          </p:cNvSpPr>
          <p:nvPr>
            <p:ph type="title"/>
          </p:nvPr>
        </p:nvSpPr>
        <p:spPr/>
        <p:txBody>
          <a:bodyPr/>
          <a:lstStyle/>
          <a:p>
            <a:r>
              <a:rPr lang="en-US" dirty="0" smtClean="0"/>
              <a:t>How the System Works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Simple and easy interface </a:t>
            </a:r>
          </a:p>
          <a:p>
            <a:r>
              <a:rPr lang="en-US" dirty="0" smtClean="0"/>
              <a:t>Fast plagiarism checking </a:t>
            </a:r>
          </a:p>
          <a:p>
            <a:r>
              <a:rPr lang="en-US" dirty="0" smtClean="0"/>
              <a:t>AI-based analysis </a:t>
            </a:r>
          </a:p>
          <a:p>
            <a:r>
              <a:rPr lang="en-US" dirty="0" smtClean="0"/>
              <a:t>Accurate similarity detection </a:t>
            </a:r>
          </a:p>
          <a:p>
            <a:r>
              <a:rPr lang="en-US" dirty="0" smtClean="0"/>
              <a:t>User-friendly design</a:t>
            </a:r>
            <a:endParaRPr lang="en-US" dirty="0"/>
          </a:p>
        </p:txBody>
      </p:sp>
      <p:sp>
        <p:nvSpPr>
          <p:cNvPr id="3" name="Title 2"/>
          <p:cNvSpPr>
            <a:spLocks noGrp="1"/>
          </p:cNvSpPr>
          <p:nvPr>
            <p:ph type="title"/>
          </p:nvPr>
        </p:nvSpPr>
        <p:spPr/>
        <p:txBody>
          <a:bodyPr/>
          <a:lstStyle/>
          <a:p>
            <a:r>
              <a:rPr lang="en-US" dirty="0" smtClean="0"/>
              <a:t>Features of the Website</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TotalTime>
  <Words>236</Words>
  <Application>Microsoft Office PowerPoint</Application>
  <PresentationFormat>On-screen Show (4:3)</PresentationFormat>
  <Paragraphs>38</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Concourse</vt:lpstr>
      <vt:lpstr>AI-Based Plagiarism Detection Website</vt:lpstr>
      <vt:lpstr>Introduction</vt:lpstr>
      <vt:lpstr>Background of the Study</vt:lpstr>
      <vt:lpstr>Problem Statement</vt:lpstr>
      <vt:lpstr>Objectives of the Project</vt:lpstr>
      <vt:lpstr>Proposed Solution</vt:lpstr>
      <vt:lpstr>Technologies Used</vt:lpstr>
      <vt:lpstr>How the System Works</vt:lpstr>
      <vt:lpstr>Features of the Website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Plagiarism Detection Website</dc:title>
  <dc:creator>Kamran Ameer</dc:creator>
  <cp:lastModifiedBy>Kamran Ameer</cp:lastModifiedBy>
  <cp:revision>7</cp:revision>
  <dcterms:created xsi:type="dcterms:W3CDTF">2006-08-16T00:00:00Z</dcterms:created>
  <dcterms:modified xsi:type="dcterms:W3CDTF">2026-05-31T07:47:45Z</dcterms:modified>
</cp:coreProperties>
</file>